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40"/>
  </p:notesMasterIdLst>
  <p:sldIdLst>
    <p:sldId id="256" r:id="rId2"/>
    <p:sldId id="286" r:id="rId3"/>
    <p:sldId id="287" r:id="rId4"/>
    <p:sldId id="288" r:id="rId5"/>
    <p:sldId id="291" r:id="rId6"/>
    <p:sldId id="289" r:id="rId7"/>
    <p:sldId id="290" r:id="rId8"/>
    <p:sldId id="292" r:id="rId9"/>
    <p:sldId id="293" r:id="rId10"/>
    <p:sldId id="295" r:id="rId11"/>
    <p:sldId id="294" r:id="rId12"/>
    <p:sldId id="302" r:id="rId13"/>
    <p:sldId id="297" r:id="rId14"/>
    <p:sldId id="298" r:id="rId15"/>
    <p:sldId id="303" r:id="rId16"/>
    <p:sldId id="299" r:id="rId17"/>
    <p:sldId id="300" r:id="rId18"/>
    <p:sldId id="301" r:id="rId19"/>
    <p:sldId id="304" r:id="rId20"/>
    <p:sldId id="317" r:id="rId21"/>
    <p:sldId id="305" r:id="rId22"/>
    <p:sldId id="306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8" r:id="rId32"/>
    <p:sldId id="307" r:id="rId33"/>
    <p:sldId id="319" r:id="rId34"/>
    <p:sldId id="320" r:id="rId35"/>
    <p:sldId id="321" r:id="rId36"/>
    <p:sldId id="322" r:id="rId37"/>
    <p:sldId id="323" r:id="rId38"/>
    <p:sldId id="285" r:id="rId39"/>
  </p:sldIdLst>
  <p:sldSz cx="18288000" cy="10287000"/>
  <p:notesSz cx="6858000" cy="9144000"/>
  <p:embeddedFontLst>
    <p:embeddedFont>
      <p:font typeface="Bungee" panose="020B0604020202020204" charset="0"/>
      <p:regular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libri Light" panose="020F0302020204030204" pitchFamily="34" charset="0"/>
      <p:regular r:id="rId46"/>
      <p:italic r:id="rId47"/>
    </p:embeddedFont>
    <p:embeddedFont>
      <p:font typeface="Julius Sans One" panose="020B0604020202020204" charset="0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22" autoAdjust="0"/>
    <p:restoredTop sz="94622" autoAdjust="0"/>
  </p:normalViewPr>
  <p:slideViewPr>
    <p:cSldViewPr>
      <p:cViewPr>
        <p:scale>
          <a:sx n="50" d="100"/>
          <a:sy n="50" d="100"/>
        </p:scale>
        <p:origin x="2448" y="7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EFD89-B8DF-414E-9843-6C0C7E255E65}" type="datetimeFigureOut">
              <a:rPr lang="en-001" smtClean="0"/>
              <a:t>01/06/2026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1ACEA-E0A9-44B2-8C81-9E43740E3293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1602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401E5-4C99-4BD7-BD5B-1AE357B86E7C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8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9ACA0-122E-4425-A1CC-963487795BEB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5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814-0661-42B2-9060-830D83F4B5AF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8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7E0C5-3DED-427B-802A-3605D367AF4A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79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06CA-C3ED-427F-B240-7D6554DDE0C1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1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0084-5912-445E-A281-4F4F7548EDE5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7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29AD6-17A7-44C4-A8AD-FB69C20DA010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2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1B65-2E2F-4EEC-A599-0C65E317D187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0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86BA-59C8-4FEF-8796-58B775BC35E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0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6B959-E7F3-483F-A1B6-2571113D9BF9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16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785B-BDD7-4E5E-B062-76DE384106EC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52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6EDF4-7532-418C-B711-B8654609B255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2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1903" y="1565361"/>
            <a:ext cx="16230600" cy="102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Consistency Checker For Pakistani Law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73955"/>
            <a:ext cx="16230600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An AI-Powered Solution for Legal Document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510405"/>
            <a:ext cx="4661750" cy="1189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Muhammad </a:t>
            </a:r>
            <a:r>
              <a:rPr lang="en-US" sz="3399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  <a:endParaRPr lang="en-US" sz="3399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BCS231112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43440" y="4510405"/>
            <a:ext cx="4319438" cy="1189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Syed Abdul </a:t>
            </a:r>
            <a:r>
              <a:rPr lang="en-US" sz="3399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399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BCS231046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23265" y="4510405"/>
            <a:ext cx="5149237" cy="1189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 ul Ain </a:t>
            </a:r>
            <a:r>
              <a:rPr lang="en-US" sz="3399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Sagheer</a:t>
            </a:r>
            <a:endParaRPr lang="en-US" sz="3399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bcs223020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90450" y="7746915"/>
            <a:ext cx="7333506" cy="1790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Supervisor: Dr. M. Abdul Qadir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Department: Computer Science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Spring 2026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1903" y="750020"/>
            <a:ext cx="16230600" cy="102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737373"/>
                </a:solidFill>
                <a:latin typeface="Bungee"/>
                <a:ea typeface="Bungee"/>
                <a:cs typeface="Bungee"/>
                <a:sym typeface="Bungee"/>
              </a:rPr>
              <a:t>PAK LAW AI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14D53-EFDC-47EE-8FD7-B314A31B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01: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6AC85-5327-41EF-A8C4-6BD9B252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61" y="1257300"/>
            <a:ext cx="4639322" cy="8183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810000" y="1396291"/>
            <a:ext cx="4040651" cy="6109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F8AAF6-C031-4E2C-B565-AE16DCFC0E8E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A2EF1-BB3E-4E1D-AEAA-0AEB1F5B2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51" y="571500"/>
            <a:ext cx="9884899" cy="32138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BDBE4A-4C60-4C3E-807E-5E8EA24ED814}"/>
              </a:ext>
            </a:extLst>
          </p:cNvPr>
          <p:cNvSpPr txBox="1"/>
          <p:nvPr/>
        </p:nvSpPr>
        <p:spPr>
          <a:xfrm>
            <a:off x="5372101" y="7511341"/>
            <a:ext cx="5815630" cy="2477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Tools and </a:t>
            </a:r>
            <a:r>
              <a:rPr lang="en-US" sz="2400" b="1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Tecnologies</a:t>
            </a:r>
            <a:r>
              <a:rPr lang="en-US" sz="2400" b="1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 (for all):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Next </a:t>
            </a:r>
            <a:r>
              <a:rPr lang="en-US" sz="2400" b="1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js</a:t>
            </a:r>
            <a:r>
              <a:rPr lang="en-US" sz="2400" b="1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 / react + Tailwind </a:t>
            </a:r>
            <a:r>
              <a:rPr lang="en-US" sz="2400" b="1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css</a:t>
            </a:r>
            <a:endParaRPr lang="en-US" sz="2400" b="1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Python Backend</a:t>
            </a:r>
          </a:p>
          <a:p>
            <a:pPr marL="457200" indent="-4572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Firebase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FD1C45-D4D8-4411-90CA-E640A1080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651" y="4219445"/>
            <a:ext cx="9884899" cy="313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1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02: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23E9F-0609-4D07-9B39-91A260D3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B97CD8-7371-41B2-85D7-A4CD26CC1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1261"/>
            <a:ext cx="4629796" cy="8183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DD9282-EADF-46E6-86A9-AE09734416C0}"/>
              </a:ext>
            </a:extLst>
          </p:cNvPr>
          <p:cNvCxnSpPr>
            <a:cxnSpLocks/>
          </p:cNvCxnSpPr>
          <p:nvPr/>
        </p:nvCxnSpPr>
        <p:spPr>
          <a:xfrm flipH="1">
            <a:off x="3810000" y="1396291"/>
            <a:ext cx="4457461" cy="6719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37EC81A-BE51-48CC-BA58-1983AF15CF1A}"/>
              </a:ext>
            </a:extLst>
          </p:cNvPr>
          <p:cNvSpPr txBox="1"/>
          <p:nvPr/>
        </p:nvSpPr>
        <p:spPr>
          <a:xfrm>
            <a:off x="4705469" y="9255922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3280F-1AE8-46B9-A71B-D5A4754B5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533" y="38100"/>
            <a:ext cx="6667261" cy="3954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70F2C2-2F33-4726-84EE-005D76859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299" y="3992701"/>
            <a:ext cx="6535731" cy="602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38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03: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23E9F-0609-4D07-9B39-91A260D3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FDFED-5658-424B-8140-9AD74ED7D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57300"/>
            <a:ext cx="4639322" cy="81450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DD9282-EADF-46E6-86A9-AE09734416C0}"/>
              </a:ext>
            </a:extLst>
          </p:cNvPr>
          <p:cNvCxnSpPr>
            <a:cxnSpLocks/>
          </p:cNvCxnSpPr>
          <p:nvPr/>
        </p:nvCxnSpPr>
        <p:spPr>
          <a:xfrm flipH="1">
            <a:off x="4114800" y="1638300"/>
            <a:ext cx="4581578" cy="480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130BCF2-0784-408D-8B6C-0597E369AF44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968F2-74CF-4208-A2DB-8908A1243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378" y="888644"/>
            <a:ext cx="8497062" cy="30356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7E7931-A778-49DF-B216-51542B16F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4123" y="4105238"/>
            <a:ext cx="8439318" cy="24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27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User Gmail: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23E9F-0609-4D07-9B39-91A260D3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B25B52-0894-4B81-BA77-34F061EA5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3100"/>
            <a:ext cx="10048805" cy="5791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DD9282-EADF-46E6-86A9-AE09734416C0}"/>
              </a:ext>
            </a:extLst>
          </p:cNvPr>
          <p:cNvCxnSpPr>
            <a:cxnSpLocks/>
          </p:cNvCxnSpPr>
          <p:nvPr/>
        </p:nvCxnSpPr>
        <p:spPr>
          <a:xfrm>
            <a:off x="4419600" y="907695"/>
            <a:ext cx="5562600" cy="4769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B1F38D-6600-4439-9FB0-5C4A2EE78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1226" y="1943100"/>
            <a:ext cx="5277587" cy="3010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868DD7-FC2A-4439-98FE-20C5834B3BE6}"/>
              </a:ext>
            </a:extLst>
          </p:cNvPr>
          <p:cNvCxnSpPr>
            <a:cxnSpLocks/>
          </p:cNvCxnSpPr>
          <p:nvPr/>
        </p:nvCxnSpPr>
        <p:spPr>
          <a:xfrm flipV="1">
            <a:off x="10134600" y="4076700"/>
            <a:ext cx="2971800" cy="16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37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04: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23E9F-0609-4D07-9B39-91A260D3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B97CD8-7371-41B2-85D7-A4CD26CC1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1261"/>
            <a:ext cx="4629796" cy="8183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DD9282-EADF-46E6-86A9-AE09734416C0}"/>
              </a:ext>
            </a:extLst>
          </p:cNvPr>
          <p:cNvCxnSpPr>
            <a:cxnSpLocks/>
          </p:cNvCxnSpPr>
          <p:nvPr/>
        </p:nvCxnSpPr>
        <p:spPr>
          <a:xfrm flipH="1">
            <a:off x="3810000" y="1562100"/>
            <a:ext cx="3715658" cy="7162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25D58D6-1DB7-446C-B3C6-2F81BAA09F2A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C8D108-7993-474C-94E1-FBAFB41A0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658" y="723900"/>
            <a:ext cx="9696361" cy="3352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0DB249-C3A8-466B-B2F6-8ABEC6969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658" y="4238597"/>
            <a:ext cx="9696361" cy="273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2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05: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6AC85-5327-41EF-A8C4-6BD9B252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61" y="1257300"/>
            <a:ext cx="4639322" cy="8183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733800" y="1562100"/>
            <a:ext cx="4161853" cy="556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3F46DF5-F3D8-43C8-ADB2-A2CC8E96BC76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04F08-4065-4967-959C-04ED3774D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653" y="723900"/>
            <a:ext cx="9473588" cy="3886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F5FDEF-1FD6-4A21-875F-3AF516F6D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359" y="4800764"/>
            <a:ext cx="8225241" cy="464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25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06: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E66F33-7FDE-4D07-BAEB-09CB49B0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7300"/>
            <a:ext cx="4610743" cy="81735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4953000" y="1257300"/>
            <a:ext cx="3385924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99C1D1-8243-47F5-A97E-AA60D63257CB}"/>
              </a:ext>
            </a:extLst>
          </p:cNvPr>
          <p:cNvCxnSpPr/>
          <p:nvPr/>
        </p:nvCxnSpPr>
        <p:spPr>
          <a:xfrm flipH="1">
            <a:off x="3124200" y="1562100"/>
            <a:ext cx="1600200" cy="129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CB131C-3E55-47F1-B618-D711E9CB7C85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DCAAD-F436-4DDC-8270-26F027154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924" y="590218"/>
            <a:ext cx="9035080" cy="3715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A325C4-285A-4F52-BE08-A420BF433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924" y="4528803"/>
            <a:ext cx="9039843" cy="372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3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07: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07A7E-EA94-4906-8588-44A1D8AC2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78" y="1262418"/>
            <a:ext cx="4591691" cy="8154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048000" y="1028700"/>
            <a:ext cx="4572000" cy="2895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31815C-7F6A-4EB6-A542-32FAF76A2499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744D-B06B-4909-A4CC-8C8DFE3D7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017" y="618866"/>
            <a:ext cx="10289224" cy="33054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4F3CE5-314E-4E6B-A753-F102DC251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017" y="3943350"/>
            <a:ext cx="10289224" cy="355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88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08: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E66F33-7FDE-4D07-BAEB-09CB49B0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7300"/>
            <a:ext cx="4610743" cy="81735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2667000" y="1396291"/>
            <a:ext cx="5305806" cy="2909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B38ABB8-ACA5-49D3-95C4-B15854867311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62542A-830A-4845-879B-DEB081DE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634" y="761734"/>
            <a:ext cx="9444280" cy="3086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5E107-4A3B-4488-AAD1-922FBBF88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635" y="3976373"/>
            <a:ext cx="9444280" cy="238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75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09: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CB4D7-A1FF-4255-873B-C847178D8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9273"/>
            <a:ext cx="4591691" cy="8183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276600" y="1638300"/>
            <a:ext cx="4591691" cy="556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D4CBC8-0DCB-4051-A523-BF4816301028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438A63-8D4D-4FB4-A158-E26D50005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143" y="831495"/>
            <a:ext cx="9655204" cy="30928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9D099E-4E98-4392-BE80-825E6A6EB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143" y="4033523"/>
            <a:ext cx="9674254" cy="280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3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10: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CB4D7-A1FF-4255-873B-C847178D8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9273"/>
            <a:ext cx="4591691" cy="8183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697358" y="1866900"/>
            <a:ext cx="4763140" cy="4560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2A3081-5C05-4D95-B743-E7DD00DC4EFB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 err="1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Qahar</a:t>
            </a:r>
            <a:endParaRPr lang="en-US" sz="3200" b="1" u="sng" dirty="0">
              <a:solidFill>
                <a:srgbClr val="000000"/>
              </a:solidFill>
              <a:latin typeface="Julius Sans One"/>
              <a:ea typeface="Julius Sans One"/>
              <a:cs typeface="Julius Sans One"/>
              <a:sym typeface="Julius Sans On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F66830-8F55-4E42-B2C1-271567D38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498" y="1152211"/>
            <a:ext cx="8888987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ABBE59-814F-4B65-A5E7-C20AC2517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294" y="4880934"/>
            <a:ext cx="7521981" cy="445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91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11: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E66F33-7FDE-4D07-BAEB-09CB49B0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7300"/>
            <a:ext cx="4610743" cy="81735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2590800" y="1257300"/>
            <a:ext cx="5257800" cy="342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1AC078-C604-4E7E-8CA1-691865F7B079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E85E8-8294-4C35-B0A0-5F7D578FD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043" y="472236"/>
            <a:ext cx="9385961" cy="29948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E6381C-CD42-494C-B9A2-0236EA43D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043" y="3728649"/>
            <a:ext cx="9385961" cy="296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08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12: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9CA56D-B45E-4B6C-9329-908E2B91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1331"/>
            <a:ext cx="4353245" cy="7749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352800" y="1028700"/>
            <a:ext cx="4267200" cy="6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B420F19-BB8B-4D26-84A6-01BDA0E997E1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82C02-9733-4800-AC17-E7167F53E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743" y="482987"/>
            <a:ext cx="10454057" cy="3365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CC4635-F5A1-49CF-8139-C3DA24B2C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743" y="4124108"/>
            <a:ext cx="10454057" cy="27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88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13: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9CA56D-B45E-4B6C-9329-908E2B91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1331"/>
            <a:ext cx="4353245" cy="7749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505200" y="1028700"/>
            <a:ext cx="4114800" cy="579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E2A866A-7C42-4D7D-B567-067BF28000F6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F46C3-2737-4EBF-8003-3E7C341C6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445" y="419100"/>
            <a:ext cx="8568147" cy="39845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4E7F4-C96D-4929-AF99-F11D38EDE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776" y="4512859"/>
            <a:ext cx="6877048" cy="509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2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User Gmail: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23E9F-0609-4D07-9B39-91A260D3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B25B52-0894-4B81-BA77-34F061EA5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3100"/>
            <a:ext cx="10048805" cy="5791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DD9282-EADF-46E6-86A9-AE09734416C0}"/>
              </a:ext>
            </a:extLst>
          </p:cNvPr>
          <p:cNvCxnSpPr>
            <a:cxnSpLocks/>
          </p:cNvCxnSpPr>
          <p:nvPr/>
        </p:nvCxnSpPr>
        <p:spPr>
          <a:xfrm>
            <a:off x="4419600" y="907695"/>
            <a:ext cx="5562600" cy="4769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B1F38D-6600-4439-9FB0-5C4A2EE78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1226" y="1943100"/>
            <a:ext cx="5277587" cy="3010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868DD7-FC2A-4439-98FE-20C5834B3BE6}"/>
              </a:ext>
            </a:extLst>
          </p:cNvPr>
          <p:cNvCxnSpPr>
            <a:cxnSpLocks/>
          </p:cNvCxnSpPr>
          <p:nvPr/>
        </p:nvCxnSpPr>
        <p:spPr>
          <a:xfrm flipV="1">
            <a:off x="10134600" y="4076700"/>
            <a:ext cx="2971800" cy="16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241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14: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E66F33-7FDE-4D07-BAEB-09CB49B0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7300"/>
            <a:ext cx="4610743" cy="81735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2819400" y="1028700"/>
            <a:ext cx="480060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A28E9A3-74D5-4694-8A5B-827D53D4DA4C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22FEA-E64C-4E66-B988-B2A6A415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143" y="571500"/>
            <a:ext cx="9958150" cy="3210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F891B5-868D-46AA-8744-8072230E4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0143" y="3872402"/>
            <a:ext cx="9939100" cy="28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3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15: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01FE6-718D-413E-BA3A-50D9FDDC6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1409"/>
            <a:ext cx="4591691" cy="8183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657600" y="1638300"/>
            <a:ext cx="3463929" cy="6324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D6FBF3-DF8A-40B1-A17B-45A24F93122D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2F26F-3A62-4D0E-99C0-B2DE6E9FF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529" y="571500"/>
            <a:ext cx="10652528" cy="342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9D0A3F-BAFE-49FA-AB8F-B2C0C3D24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530" y="4109723"/>
            <a:ext cx="10652528" cy="277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59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16: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01FE6-718D-413E-BA3A-50D9FDDC6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1409"/>
            <a:ext cx="4591691" cy="8183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429000" y="1181100"/>
            <a:ext cx="4191001" cy="6324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7FE350-FBD3-4116-A111-98DA1378D18F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6A043-B2D5-4D5A-9A62-D9684F91F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1" y="438150"/>
            <a:ext cx="6705599" cy="35506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91C829-2C0D-4560-805B-FB5525639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301" y="4146125"/>
            <a:ext cx="6743699" cy="538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5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17: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E66F33-7FDE-4D07-BAEB-09CB49B0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7300"/>
            <a:ext cx="4610743" cy="81735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2209800" y="1396291"/>
            <a:ext cx="5028815" cy="4052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320F313-46BA-4762-BEB2-9D435BF8628D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FC2AD-7C55-47AC-99FF-434B50CAE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665" y="723900"/>
            <a:ext cx="10269141" cy="3304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591DA8-B21A-43BD-96A6-5450CAD11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615" y="4257508"/>
            <a:ext cx="10288191" cy="420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71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18: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1892B-DB89-43A1-BA56-965ACF9A8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83" y="1178719"/>
            <a:ext cx="4629796" cy="81640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276600" y="1396291"/>
            <a:ext cx="4191000" cy="1004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17E9A6-C267-402D-837B-C5DA239EF9B0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A1DDE-FA8C-4843-9A21-EE7D3FC89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542666"/>
            <a:ext cx="10144935" cy="32483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FD0422-C7DE-4990-9773-9CB7EB0AE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4038610"/>
            <a:ext cx="10144935" cy="290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49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19: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F1ED0E-C453-4D07-A4EA-2D2D773D0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6315"/>
            <a:ext cx="4572638" cy="81164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2133601" y="1396291"/>
            <a:ext cx="6095999" cy="2375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0E2DF7D-EF22-4024-B079-6A302F65DECE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02B09-E827-4AAB-8ADE-D344EC9B3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71500"/>
            <a:ext cx="9601200" cy="3963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A45630-48B9-4F24-8E20-5DB059C1D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394" y="4644377"/>
            <a:ext cx="9601200" cy="452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6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20: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F1ED0E-C453-4D07-A4EA-2D2D773D0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6315"/>
            <a:ext cx="4572638" cy="81164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1600200" y="1104900"/>
            <a:ext cx="6139740" cy="30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C96E86-2484-4822-A070-BA7591FD4C50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7A46F-F1F3-4641-9AE2-6D4220802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940" y="319086"/>
            <a:ext cx="10148417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D44989-1DA3-4427-BEC4-5213F5EB5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941" y="3628708"/>
            <a:ext cx="10071810" cy="383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62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21: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F1ED0E-C453-4D07-A4EA-2D2D773D0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6315"/>
            <a:ext cx="4572638" cy="81164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962400" y="1436315"/>
            <a:ext cx="3591686" cy="3554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51CDA48-5365-40BF-92F7-CE577498D0F2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77FF0-1BB3-401E-B74B-E01C0400C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086" y="467473"/>
            <a:ext cx="10319982" cy="3304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ABC7C3-C443-4BCA-8FDD-EA3F74A01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086" y="3881123"/>
            <a:ext cx="10334271" cy="366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1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22: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4FE51-FF78-43CE-A4FE-FEE62B6ED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0" y="1396291"/>
            <a:ext cx="4591691" cy="81735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4943061" y="1396291"/>
            <a:ext cx="2586071" cy="242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CE5DA9-B77F-4846-82A2-27D17561C9BA}"/>
              </a:ext>
            </a:extLst>
          </p:cNvPr>
          <p:cNvCxnSpPr>
            <a:cxnSpLocks/>
          </p:cNvCxnSpPr>
          <p:nvPr/>
        </p:nvCxnSpPr>
        <p:spPr>
          <a:xfrm flipH="1">
            <a:off x="3124201" y="1638300"/>
            <a:ext cx="1600199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FA1130-1CA5-43B7-93A1-92F9F20664C0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3EE5F4-60E4-4D82-AB03-7EB39EB15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132" y="623746"/>
            <a:ext cx="9840109" cy="34529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0D57F9-2F7B-4920-B515-30DE4C7DB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132" y="4185923"/>
            <a:ext cx="9840109" cy="370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33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23: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CE5DA9-B77F-4846-82A2-27D17561C9BA}"/>
              </a:ext>
            </a:extLst>
          </p:cNvPr>
          <p:cNvCxnSpPr>
            <a:cxnSpLocks/>
          </p:cNvCxnSpPr>
          <p:nvPr/>
        </p:nvCxnSpPr>
        <p:spPr>
          <a:xfrm flipH="1">
            <a:off x="3124201" y="1638300"/>
            <a:ext cx="1600199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2C369F6-1294-49AC-A211-B8EF4FE74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29" y="1303683"/>
            <a:ext cx="4610743" cy="82021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924301" y="1396291"/>
            <a:ext cx="4610742" cy="3594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C8D3BC-4D12-4656-93D3-00ACAE58B612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Noor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39AA4-48B5-405B-8DA8-7C093DE0B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366" y="709482"/>
            <a:ext cx="9850434" cy="31386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80D05C-DF65-4A47-89E2-F6D9F961D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367" y="3986072"/>
            <a:ext cx="9850434" cy="340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442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24: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E0202-35FD-49EB-A11D-44201F820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22" y="1397948"/>
            <a:ext cx="4620270" cy="8154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2362200" y="1396291"/>
            <a:ext cx="3810000" cy="2832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904038-121B-4972-A99F-76F9899CD376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9FA904-38B0-4004-88CE-716E4C488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895" y="553210"/>
            <a:ext cx="11366283" cy="32765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50F6F0-1B92-4D56-B37C-96C5B24C7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895" y="3919982"/>
            <a:ext cx="11174925" cy="426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79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25: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805E4-11CF-4686-9ADD-E9FB8966E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11" y="1355140"/>
            <a:ext cx="4591691" cy="8154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4114800" y="1181100"/>
            <a:ext cx="3581401" cy="228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07A7E7-10D5-47E6-BA29-C1F3DB08B758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3A01A-9679-470D-BEB2-A88BA4C44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736" y="419100"/>
            <a:ext cx="10187611" cy="4191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3097D9-0103-4648-8186-F4820F716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736" y="4719323"/>
            <a:ext cx="10173321" cy="448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01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26: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477C1F-0B7C-4B99-B6A7-3F5D0773C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2" y="1396291"/>
            <a:ext cx="4629796" cy="81164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048000" y="1396291"/>
            <a:ext cx="4629796" cy="5042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218E62-D839-4889-B276-FB4B72FE5E61}"/>
              </a:ext>
            </a:extLst>
          </p:cNvPr>
          <p:cNvSpPr txBox="1"/>
          <p:nvPr/>
        </p:nvSpPr>
        <p:spPr>
          <a:xfrm>
            <a:off x="12344400" y="9363389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7334B-98DB-4D35-AE6F-8DF815336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796" y="571500"/>
            <a:ext cx="9858539" cy="40955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ECFE2A-6894-4473-ABC9-BCE95388C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918" y="4871643"/>
            <a:ext cx="9916517" cy="377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95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6BA999-97D4-42A8-B404-200338A39DCF}"/>
              </a:ext>
            </a:extLst>
          </p:cNvPr>
          <p:cNvSpPr txBox="1"/>
          <p:nvPr/>
        </p:nvSpPr>
        <p:spPr>
          <a:xfrm>
            <a:off x="457200" y="419100"/>
            <a:ext cx="3810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27: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2352E-01A3-45CC-A511-0CA33ACC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E0202-35FD-49EB-A11D-44201F820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22" y="1397948"/>
            <a:ext cx="4620270" cy="8154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475ABF-374E-4C0A-BB14-86C1AEDB0647}"/>
              </a:ext>
            </a:extLst>
          </p:cNvPr>
          <p:cNvCxnSpPr>
            <a:cxnSpLocks/>
          </p:cNvCxnSpPr>
          <p:nvPr/>
        </p:nvCxnSpPr>
        <p:spPr>
          <a:xfrm flipH="1">
            <a:off x="3048000" y="1181100"/>
            <a:ext cx="4419600" cy="6400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2FCB3F0-C985-457E-8697-174F13A4B38D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E9FCD-C443-4F07-8AA5-312B8CBEC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270" y="419100"/>
            <a:ext cx="9710497" cy="34281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87090B-54FD-452D-8C7F-12DB5DCCB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220" y="3937445"/>
            <a:ext cx="9710497" cy="337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10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919" y="138061"/>
            <a:ext cx="3506881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7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28: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3F856-1BDA-46FF-AFC0-B63952A99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96043"/>
            <a:ext cx="4582164" cy="81069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EF30DE-A879-41FC-A174-BAD9B9C9BDDE}"/>
              </a:ext>
            </a:extLst>
          </p:cNvPr>
          <p:cNvCxnSpPr>
            <a:cxnSpLocks/>
          </p:cNvCxnSpPr>
          <p:nvPr/>
        </p:nvCxnSpPr>
        <p:spPr>
          <a:xfrm flipH="1">
            <a:off x="2286000" y="1485900"/>
            <a:ext cx="5308636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4F9526-AE32-4224-AA81-228D5D50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7BD1C-4A4A-4151-A073-FDF3BCECD782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6FBF46-9C8E-4039-9748-814523821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635" y="647700"/>
            <a:ext cx="10083765" cy="32953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89BF6E-324D-476E-B567-EB9B79B15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585" y="4052271"/>
            <a:ext cx="10083765" cy="330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49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919" y="138061"/>
            <a:ext cx="3583081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7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29: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924BBE-214A-47BE-B8C3-FED6EF710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19" y="1203663"/>
            <a:ext cx="4610743" cy="8154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877B7D-9206-4E88-B315-0EB38D147F72}"/>
              </a:ext>
            </a:extLst>
          </p:cNvPr>
          <p:cNvCxnSpPr>
            <a:cxnSpLocks/>
          </p:cNvCxnSpPr>
          <p:nvPr/>
        </p:nvCxnSpPr>
        <p:spPr>
          <a:xfrm flipH="1">
            <a:off x="1828800" y="1409700"/>
            <a:ext cx="5410200" cy="2362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8800E5-9427-4E43-84D1-71805C88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9E41E5-BE49-4A42-A7AD-ECD2323D187D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CE351-665A-45F7-BB4C-F57D740BB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793" y="667052"/>
            <a:ext cx="10017264" cy="3257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A72AB7-8D83-4713-8650-D7C238970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943350"/>
            <a:ext cx="10149293" cy="358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17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919" y="138061"/>
            <a:ext cx="3735481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7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30: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889DF-E582-4DF3-8574-D049FF660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19" y="1223983"/>
            <a:ext cx="4591691" cy="81259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3773FB-7989-4865-9D5B-A2CC045534D4}"/>
              </a:ext>
            </a:extLst>
          </p:cNvPr>
          <p:cNvCxnSpPr>
            <a:cxnSpLocks/>
          </p:cNvCxnSpPr>
          <p:nvPr/>
        </p:nvCxnSpPr>
        <p:spPr>
          <a:xfrm flipH="1">
            <a:off x="3505200" y="1562100"/>
            <a:ext cx="3733800" cy="2362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02BB28-2A30-4D06-B101-FE919AF07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1E56D-A8CA-4AD9-ABB4-D8A97AB72291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71019C-0DFC-4279-8D43-12224807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1" y="667052"/>
            <a:ext cx="10487430" cy="33869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B23C6E-3A5F-4EAF-8577-D59B0934B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2" y="4053975"/>
            <a:ext cx="10487430" cy="363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01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919" y="138061"/>
            <a:ext cx="4116481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7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31: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DA01B4-EA0D-480A-974D-67F40B67A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29" y="1196043"/>
            <a:ext cx="4648849" cy="81735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2572AA-0A66-4EC7-9BE7-0F4B660E2F41}"/>
              </a:ext>
            </a:extLst>
          </p:cNvPr>
          <p:cNvCxnSpPr>
            <a:cxnSpLocks/>
          </p:cNvCxnSpPr>
          <p:nvPr/>
        </p:nvCxnSpPr>
        <p:spPr>
          <a:xfrm flipH="1">
            <a:off x="4343400" y="1638300"/>
            <a:ext cx="3202915" cy="228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0B0E7-3A9B-4D9B-A7A8-797B4A8D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FD7E06-C1A4-4915-9448-515DFAE114BB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21415-3C62-4A79-BF7C-9FAFD535D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315" y="876300"/>
            <a:ext cx="9958604" cy="3200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F8365F-12DA-44A0-B1F8-5E8A93DFC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7" y="4204972"/>
            <a:ext cx="9958604" cy="316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33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919" y="138061"/>
            <a:ext cx="4116481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7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32: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D4FF9-954B-4B1F-93AA-027A2160A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19" y="1196043"/>
            <a:ext cx="4601217" cy="81926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FDB317-CF2C-4C0A-9EDE-71190E7DB1A8}"/>
              </a:ext>
            </a:extLst>
          </p:cNvPr>
          <p:cNvCxnSpPr>
            <a:cxnSpLocks/>
          </p:cNvCxnSpPr>
          <p:nvPr/>
        </p:nvCxnSpPr>
        <p:spPr>
          <a:xfrm flipH="1">
            <a:off x="990600" y="1409700"/>
            <a:ext cx="5943600" cy="2438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FF1C7B-D094-4215-8D6E-E3893361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5F0063-0542-4C13-BDF8-8263EFA7BBAA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6C8F52-6E12-4855-B42B-D552E7344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650" y="495299"/>
            <a:ext cx="10838944" cy="3352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325230-5792-42DA-A0D8-E29FF39C6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651" y="3893118"/>
            <a:ext cx="10819894" cy="340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97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919" y="138061"/>
            <a:ext cx="4116481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7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33: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975EA4-CC95-4921-AAE6-B989F74B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44" y="1505089"/>
            <a:ext cx="4544059" cy="62969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CF9D3D-82A7-4225-8FB3-9B7628E2A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81" y="7619180"/>
            <a:ext cx="5169383" cy="20455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90E466-E7CC-49B5-9F2F-C035661C1230}"/>
              </a:ext>
            </a:extLst>
          </p:cNvPr>
          <p:cNvCxnSpPr>
            <a:cxnSpLocks/>
          </p:cNvCxnSpPr>
          <p:nvPr/>
        </p:nvCxnSpPr>
        <p:spPr>
          <a:xfrm flipH="1">
            <a:off x="4741195" y="1790700"/>
            <a:ext cx="2423433" cy="6320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71B38-247A-471D-8CFA-5212D957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u="sng" smtClean="0"/>
              <a:pPr/>
              <a:t>36</a:t>
            </a:fld>
            <a:endParaRPr lang="en-US" u="sn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4BC54D-55C3-4906-BAAD-C57627601672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AA894-79D1-4894-A08C-F5AA894D2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627" y="933450"/>
            <a:ext cx="10324841" cy="3676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E3AE83-54EC-47CD-9021-3427F7B4A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4627" y="4719323"/>
            <a:ext cx="10218903" cy="330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0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919" y="138061"/>
            <a:ext cx="4116481" cy="1057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79"/>
              </a:lnSpc>
              <a:spcBef>
                <a:spcPct val="0"/>
              </a:spcBef>
            </a:pPr>
            <a:r>
              <a:rPr lang="en-US" sz="4000" u="sng" dirty="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Use Case 34: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597618-CF0C-4CC6-AF62-F99980F83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5127"/>
            <a:ext cx="4620270" cy="81640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F43660-70E9-48E9-9B42-CADEFC5B93EF}"/>
              </a:ext>
            </a:extLst>
          </p:cNvPr>
          <p:cNvCxnSpPr>
            <a:cxnSpLocks/>
          </p:cNvCxnSpPr>
          <p:nvPr/>
        </p:nvCxnSpPr>
        <p:spPr>
          <a:xfrm flipH="1">
            <a:off x="4876800" y="1562100"/>
            <a:ext cx="2040484" cy="16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C656B-F4A8-4BDD-9561-E25041F5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BCD667-1C9B-4959-96B3-B66A2121113A}"/>
              </a:ext>
            </a:extLst>
          </p:cNvPr>
          <p:cNvSpPr txBox="1"/>
          <p:nvPr/>
        </p:nvSpPr>
        <p:spPr>
          <a:xfrm>
            <a:off x="12344400" y="9425303"/>
            <a:ext cx="4267200" cy="65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Developer: </a:t>
            </a:r>
            <a:r>
              <a:rPr lang="en-US" sz="3200" b="1" u="sng" dirty="0">
                <a:solidFill>
                  <a:srgbClr val="000000"/>
                </a:solidFill>
                <a:latin typeface="Julius Sans One"/>
                <a:ea typeface="Julius Sans One"/>
                <a:cs typeface="Julius Sans One"/>
                <a:sym typeface="Julius Sans One"/>
              </a:rPr>
              <a:t>Rohail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24CE4A-55BA-4EA9-A55F-A01FA23A1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283" y="667052"/>
            <a:ext cx="10475774" cy="37144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43FB00-85C7-4A1C-A9E7-FCD89FDA0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284" y="4452623"/>
            <a:ext cx="10475774" cy="332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897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2901" y="4376101"/>
            <a:ext cx="5762198" cy="127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THANKYOU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61A692-112B-4B6A-937B-0E2693E3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3298</TotalTime>
  <Words>342</Words>
  <Application>Microsoft Office PowerPoint</Application>
  <PresentationFormat>Custom</PresentationFormat>
  <Paragraphs>125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Bungee</vt:lpstr>
      <vt:lpstr>Calibri</vt:lpstr>
      <vt:lpstr>Calibri Light</vt:lpstr>
      <vt:lpstr>Julius Sans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Consistency Checker For Pakistani Law</dc:title>
  <dc:creator>Muhammad Rohail</dc:creator>
  <cp:lastModifiedBy>Muhammad Rohail</cp:lastModifiedBy>
  <cp:revision>86</cp:revision>
  <dcterms:created xsi:type="dcterms:W3CDTF">2006-08-16T00:00:00Z</dcterms:created>
  <dcterms:modified xsi:type="dcterms:W3CDTF">2026-06-01T20:18:33Z</dcterms:modified>
  <dc:identifier>DAHFf3558tY</dc:identifier>
</cp:coreProperties>
</file>